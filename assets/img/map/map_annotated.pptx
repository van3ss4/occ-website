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8068"/>
    <a:srgbClr val="FFFA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73E26-C61E-C625-AA4B-615AD4BAB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72218D-0D52-FCC8-E96C-EABF242B9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7D32FA-7885-2A4A-548D-2BB1E31B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CF2A4C-CAEB-4CEE-CAFA-53F616F8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0D726B-D4E6-8620-0068-A8937F05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66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2EC53-9597-4318-4562-C78647EC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7C2BAB-0704-E0A2-A65C-56453A21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A9EF89-D182-3496-45AC-29B259E2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29755B-357B-8AB1-1C13-9CD2199A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CC87FA-9724-BC5E-685E-E3A1311F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53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FB477F-49D2-0C48-B4BA-B638AA60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3E73F5-03C1-CB67-D545-E38D809E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7A0386-2CD1-3320-F5D9-BEB5A7C9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4EDBE-0FED-C912-9F16-E768A71D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4002C8-2C6B-04E2-F207-D6BD0C90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04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6F03A-3FD3-BE39-DA63-28CEDEA5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AC6560-592E-D393-7B2F-E7788BD3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FD4B1F-E6CB-7DE8-6E1D-65510E31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BC13AD-2042-3521-2524-AD6EAFC7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3F21B9-44AF-4E23-B1B0-F33A4664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85A793-5517-29D3-8889-089CB11B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29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FED4E-D4F5-4E3E-20E4-3E5216A5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CD5350-2529-4DC9-9697-F299D8B11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6488DE-27F5-8509-AFCC-E046433AC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3D5266-67DB-0EBC-C173-0D381EE48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D6566E-6C71-29EC-9E28-9983DF447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B83667D-C238-90A0-6748-FE9A5643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DBD879-D6A2-D4A1-1247-8E9E4969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880580-D28E-12FF-82B6-A53A4738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64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AB832A-292C-95E8-3CE2-513162AF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72D8E7-1391-8FE4-1F28-5157ECCE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358F6F-9A75-9632-F8E2-0CA3378E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9CDE42-860E-4E13-BFC8-F083B27D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36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9DA9FA-B0DB-4A69-BEC7-7BD8364E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1AE1CC-1E8B-369E-BA25-87AFFEC0E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7035F5-D02D-10AB-EDE6-6E41ADD8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0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D3A42-722A-67BA-10A7-D5507DB1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2D033-E52B-D7BB-CB6C-9E278092E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2D267E-45B4-7BFA-EA42-D084D9AB9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0FCF6B-AEE5-A0EE-8C3D-244FF543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35D091-8B0F-BD55-790B-672FC3A4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6BF354-600C-FE4B-E7B4-6EFDA06C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20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05E7B-4307-E5C3-0B3A-69C2C1FE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3395E65-4A54-779B-D0E1-59CAC5A78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A3E761-1EAA-02CF-7335-8BD0F065F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2CE8B4-40C6-10FE-5A0D-F6BE6AF5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40CE69-912E-7E10-893F-6B37EEF0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9510DC-501F-044F-000E-028E15CD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10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A1E70-2AA5-FC23-C4A8-B18A6C41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06496CB-947A-B1DE-2A55-321BE7610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F5FF92-739D-546B-1812-C96B6A69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AA2E75-5C7C-042A-2395-0EA3EAF5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0C2F1A-E270-5F23-0364-628DAAA2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009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A77FE2B-22C0-286B-199C-16D141F7E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DDA04E-3D47-08CA-0025-5E9A9000C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7BEF4A-B6BE-18E5-F133-57C23235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631A19-77BD-1556-1CBB-D6C8890C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F4EE27-06C1-A117-C52D-D3A35966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05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39722D-07BD-6536-0ED5-1C81B279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D2A7C4-5347-5475-6943-F08340D45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17920F-5DE8-F193-7CCA-3ABC48FFA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ECB5F-A36C-44FE-8CAF-A161AE39FFA4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F611E0-79DA-A6C2-7B9F-7C2A31D84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FEC661-C135-9DED-DEA8-B67F2A2EE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B2268-DDAA-48F0-96D3-DAB56B203B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73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33A94C6-D15E-E4C3-5369-63750FFD3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1" r="10000"/>
          <a:stretch>
            <a:fillRect/>
          </a:stretch>
        </p:blipFill>
        <p:spPr>
          <a:xfrm>
            <a:off x="1812324" y="103909"/>
            <a:ext cx="8097796" cy="665018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819CDAD-A9D4-E53E-ECD3-3C0367D5E30C}"/>
              </a:ext>
            </a:extLst>
          </p:cNvPr>
          <p:cNvSpPr/>
          <p:nvPr/>
        </p:nvSpPr>
        <p:spPr>
          <a:xfrm>
            <a:off x="5304138" y="234304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C8EAA08-EBB7-CC17-28FE-5C0266B00C5F}"/>
              </a:ext>
            </a:extLst>
          </p:cNvPr>
          <p:cNvSpPr/>
          <p:nvPr/>
        </p:nvSpPr>
        <p:spPr>
          <a:xfrm>
            <a:off x="5376138" y="241504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0028510-CD76-59DA-FB04-CBA389E548AB}"/>
              </a:ext>
            </a:extLst>
          </p:cNvPr>
          <p:cNvSpPr/>
          <p:nvPr/>
        </p:nvSpPr>
        <p:spPr>
          <a:xfrm>
            <a:off x="4111218" y="5013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A30966B-9717-6500-10DD-C5C7492A49AF}"/>
              </a:ext>
            </a:extLst>
          </p:cNvPr>
          <p:cNvSpPr/>
          <p:nvPr/>
        </p:nvSpPr>
        <p:spPr>
          <a:xfrm>
            <a:off x="4068756" y="4941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0474D08-AAAF-E9FD-3F46-EF390B173619}"/>
              </a:ext>
            </a:extLst>
          </p:cNvPr>
          <p:cNvSpPr/>
          <p:nvPr/>
        </p:nvSpPr>
        <p:spPr>
          <a:xfrm>
            <a:off x="4212756" y="5013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CDC6D6E-EFE4-B60D-9740-61E0F8F54B4A}"/>
              </a:ext>
            </a:extLst>
          </p:cNvPr>
          <p:cNvSpPr/>
          <p:nvPr/>
        </p:nvSpPr>
        <p:spPr>
          <a:xfrm>
            <a:off x="3989823" y="5085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DEFB626-E00A-179A-2138-CAE61CE7746C}"/>
              </a:ext>
            </a:extLst>
          </p:cNvPr>
          <p:cNvSpPr/>
          <p:nvPr/>
        </p:nvSpPr>
        <p:spPr>
          <a:xfrm>
            <a:off x="4242294" y="4905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1B5F96C-ABDC-3C89-7AF7-BBB955CD7881}"/>
              </a:ext>
            </a:extLst>
          </p:cNvPr>
          <p:cNvSpPr/>
          <p:nvPr/>
        </p:nvSpPr>
        <p:spPr>
          <a:xfrm>
            <a:off x="4344264" y="386362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E50FC4D-43A5-5BB3-E3FC-D468B94218C4}"/>
              </a:ext>
            </a:extLst>
          </p:cNvPr>
          <p:cNvSpPr/>
          <p:nvPr/>
        </p:nvSpPr>
        <p:spPr>
          <a:xfrm>
            <a:off x="4416264" y="400762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E3BF5D0-525A-BC1C-5A39-B2B709C825F0}"/>
              </a:ext>
            </a:extLst>
          </p:cNvPr>
          <p:cNvSpPr/>
          <p:nvPr/>
        </p:nvSpPr>
        <p:spPr>
          <a:xfrm>
            <a:off x="4183218" y="470746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8396F3-6E2B-ACC3-7CCB-5A1B0BA0399C}"/>
              </a:ext>
            </a:extLst>
          </p:cNvPr>
          <p:cNvSpPr/>
          <p:nvPr/>
        </p:nvSpPr>
        <p:spPr>
          <a:xfrm>
            <a:off x="4604694" y="4352674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A798BDF-BA8B-FEE8-9AF9-91F2218B1B50}"/>
              </a:ext>
            </a:extLst>
          </p:cNvPr>
          <p:cNvSpPr/>
          <p:nvPr/>
        </p:nvSpPr>
        <p:spPr>
          <a:xfrm>
            <a:off x="5405328" y="589738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1D898C6-AC7E-F3D7-1C77-85107B02137A}"/>
              </a:ext>
            </a:extLst>
          </p:cNvPr>
          <p:cNvSpPr/>
          <p:nvPr/>
        </p:nvSpPr>
        <p:spPr>
          <a:xfrm>
            <a:off x="4212756" y="427648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1EA7B63-19B3-BF7B-9DDF-AB48378586C5}"/>
              </a:ext>
            </a:extLst>
          </p:cNvPr>
          <p:cNvSpPr/>
          <p:nvPr/>
        </p:nvSpPr>
        <p:spPr>
          <a:xfrm>
            <a:off x="4284756" y="499444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0658CE0-67A6-F61B-DD8A-43C1893DBA2F}"/>
              </a:ext>
            </a:extLst>
          </p:cNvPr>
          <p:cNvSpPr/>
          <p:nvPr/>
        </p:nvSpPr>
        <p:spPr>
          <a:xfrm>
            <a:off x="4149063" y="4931957"/>
            <a:ext cx="180000" cy="180000"/>
          </a:xfrm>
          <a:prstGeom prst="ellipse">
            <a:avLst/>
          </a:prstGeom>
          <a:solidFill>
            <a:srgbClr val="1C8068"/>
          </a:solidFill>
          <a:ln>
            <a:solidFill>
              <a:srgbClr val="1C80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93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WEIẞ, Vanessa - RACE RESULT</dc:creator>
  <cp:lastModifiedBy>WEIẞ, Vanessa - RACE RESULT</cp:lastModifiedBy>
  <cp:revision>2</cp:revision>
  <dcterms:created xsi:type="dcterms:W3CDTF">2026-06-12T08:50:14Z</dcterms:created>
  <dcterms:modified xsi:type="dcterms:W3CDTF">2026-06-12T09:04:40Z</dcterms:modified>
</cp:coreProperties>
</file>